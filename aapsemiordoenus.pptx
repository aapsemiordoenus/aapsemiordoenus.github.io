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2" r:id="rId1"/>
  </p:sldMasterIdLst>
  <p:notesMasterIdLst>
    <p:notesMasterId r:id="rId9"/>
  </p:notesMasterIdLst>
  <p:sldIdLst>
    <p:sldId id="843" r:id="rId2"/>
    <p:sldId id="847" r:id="rId3"/>
    <p:sldId id="844" r:id="rId4"/>
    <p:sldId id="849" r:id="rId5"/>
    <p:sldId id="831" r:id="rId6"/>
    <p:sldId id="846" r:id="rId7"/>
    <p:sldId id="84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FF99"/>
    <a:srgbClr val="996633"/>
    <a:srgbClr val="EE7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어두운 스타일 1 - 강조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6305" autoAdjust="0"/>
  </p:normalViewPr>
  <p:slideViewPr>
    <p:cSldViewPr snapToGrid="0">
      <p:cViewPr varScale="1">
        <p:scale>
          <a:sx n="66" d="100"/>
          <a:sy n="66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A0DBB-D291-450D-8B0B-3198DC1D076E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C6876-D259-412A-A8D6-AE0445958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C6876-D259-412A-A8D6-AE04459589AF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737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C6876-D259-412A-A8D6-AE04459589AF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693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C6876-D259-412A-A8D6-AE04459589AF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49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C6876-D259-412A-A8D6-AE04459589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96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C6876-D259-412A-A8D6-AE04459589A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47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75" y="1122370"/>
            <a:ext cx="9001464" cy="2387600"/>
          </a:xfrm>
        </p:spPr>
        <p:txBody>
          <a:bodyPr anchor="b">
            <a:normAutofit/>
          </a:bodyPr>
          <a:lstStyle>
            <a:lvl1pPr algn="ctr">
              <a:defRPr sz="1995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75" y="3602040"/>
            <a:ext cx="9001464" cy="1655763"/>
          </a:xfrm>
        </p:spPr>
        <p:txBody>
          <a:bodyPr/>
          <a:lstStyle>
            <a:lvl1pPr marL="0" indent="0" algn="ctr">
              <a:buNone/>
              <a:defRPr sz="998"/>
            </a:lvl1pPr>
            <a:lvl2pPr marL="190017" indent="0" algn="ctr">
              <a:buNone/>
              <a:defRPr sz="831"/>
            </a:lvl2pPr>
            <a:lvl3pPr marL="380032" indent="0" algn="ctr">
              <a:buNone/>
              <a:defRPr sz="748"/>
            </a:lvl3pPr>
            <a:lvl4pPr marL="570049" indent="0" algn="ctr">
              <a:buNone/>
              <a:defRPr sz="665"/>
            </a:lvl4pPr>
            <a:lvl5pPr marL="760065" indent="0" algn="ctr">
              <a:buNone/>
              <a:defRPr sz="665"/>
            </a:lvl5pPr>
            <a:lvl6pPr marL="950081" indent="0" algn="ctr">
              <a:buNone/>
              <a:defRPr sz="665"/>
            </a:lvl6pPr>
            <a:lvl7pPr marL="1140097" indent="0" algn="ctr">
              <a:buNone/>
              <a:defRPr sz="665"/>
            </a:lvl7pPr>
            <a:lvl8pPr marL="1330114" indent="0" algn="ctr">
              <a:buNone/>
              <a:defRPr sz="665"/>
            </a:lvl8pPr>
            <a:lvl9pPr marL="1520129" indent="0" algn="ctr">
              <a:buNone/>
              <a:defRPr sz="665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90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14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50" y="657232"/>
            <a:ext cx="9733512" cy="2852737"/>
          </a:xfrm>
        </p:spPr>
        <p:txBody>
          <a:bodyPr anchor="b">
            <a:normAutofit/>
          </a:bodyPr>
          <a:lstStyle>
            <a:lvl1pPr>
              <a:defRPr sz="1413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50" y="3602048"/>
            <a:ext cx="9733512" cy="1500186"/>
          </a:xfrm>
        </p:spPr>
        <p:txBody>
          <a:bodyPr/>
          <a:lstStyle>
            <a:lvl1pPr marL="0" indent="0" algn="ctr">
              <a:buNone/>
              <a:defRPr sz="998">
                <a:solidFill>
                  <a:schemeClr val="tx1">
                    <a:tint val="75000"/>
                  </a:schemeClr>
                </a:solidFill>
              </a:defRPr>
            </a:lvl1pPr>
            <a:lvl2pPr marL="190017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2pPr>
            <a:lvl3pPr marL="380032" indent="0">
              <a:buNone/>
              <a:defRPr sz="748">
                <a:solidFill>
                  <a:schemeClr val="tx1">
                    <a:tint val="75000"/>
                  </a:schemeClr>
                </a:solidFill>
              </a:defRPr>
            </a:lvl3pPr>
            <a:lvl4pPr marL="570049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4pPr>
            <a:lvl5pPr marL="76006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5pPr>
            <a:lvl6pPr marL="950081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6pPr>
            <a:lvl7pPr marL="1140097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7pPr>
            <a:lvl8pPr marL="1330114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8pPr>
            <a:lvl9pPr marL="1520129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51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1" y="609610"/>
            <a:ext cx="10353760" cy="132632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9" y="2088326"/>
            <a:ext cx="5106004" cy="370288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6" y="2088326"/>
            <a:ext cx="5094155" cy="370288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7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1" y="609606"/>
            <a:ext cx="10353760" cy="1325564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10" y="2088326"/>
            <a:ext cx="4879199" cy="82391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998" b="1"/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801" y="2912232"/>
            <a:ext cx="5107208" cy="287896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15" y="2088326"/>
            <a:ext cx="4865555" cy="823913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998" b="1"/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13" y="2912232"/>
            <a:ext cx="5095357" cy="287896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3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63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8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37" y="609605"/>
            <a:ext cx="3932237" cy="2362200"/>
          </a:xfrm>
        </p:spPr>
        <p:txBody>
          <a:bodyPr anchor="b">
            <a:normAutofit/>
          </a:bodyPr>
          <a:lstStyle>
            <a:lvl1pPr>
              <a:defRPr sz="1163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8" y="609607"/>
            <a:ext cx="6189492" cy="5181599"/>
          </a:xfrm>
        </p:spPr>
        <p:txBody>
          <a:bodyPr anchor="ctr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37" y="2971807"/>
            <a:ext cx="3932237" cy="2819399"/>
          </a:xfrm>
        </p:spPr>
        <p:txBody>
          <a:bodyPr/>
          <a:lstStyle>
            <a:lvl1pPr marL="0" indent="0" algn="ctr">
              <a:buNone/>
              <a:defRPr sz="665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04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38" y="609605"/>
            <a:ext cx="5929773" cy="2362200"/>
          </a:xfrm>
        </p:spPr>
        <p:txBody>
          <a:bodyPr anchor="b">
            <a:normAutofit/>
          </a:bodyPr>
          <a:lstStyle>
            <a:lvl1pPr>
              <a:defRPr sz="133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14" y="758884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1330"/>
            </a:lvl1pPr>
            <a:lvl2pPr marL="190017" indent="0">
              <a:buNone/>
              <a:defRPr sz="1163"/>
            </a:lvl2pPr>
            <a:lvl3pPr marL="380032" indent="0">
              <a:buNone/>
              <a:defRPr sz="998"/>
            </a:lvl3pPr>
            <a:lvl4pPr marL="570049" indent="0">
              <a:buNone/>
              <a:defRPr sz="831"/>
            </a:lvl4pPr>
            <a:lvl5pPr marL="760065" indent="0">
              <a:buNone/>
              <a:defRPr sz="831"/>
            </a:lvl5pPr>
            <a:lvl6pPr marL="950081" indent="0">
              <a:buNone/>
              <a:defRPr sz="831"/>
            </a:lvl6pPr>
            <a:lvl7pPr marL="1140097" indent="0">
              <a:buNone/>
              <a:defRPr sz="831"/>
            </a:lvl7pPr>
            <a:lvl8pPr marL="1330114" indent="0">
              <a:buNone/>
              <a:defRPr sz="831"/>
            </a:lvl8pPr>
            <a:lvl9pPr marL="1520129" indent="0">
              <a:buNone/>
              <a:defRPr sz="831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6" y="2971804"/>
            <a:ext cx="5934951" cy="2819400"/>
          </a:xfrm>
        </p:spPr>
        <p:txBody>
          <a:bodyPr>
            <a:normAutofit/>
          </a:bodyPr>
          <a:lstStyle>
            <a:lvl1pPr marL="0" indent="0" algn="ctr">
              <a:buNone/>
              <a:defRPr sz="748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3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10" y="4289381"/>
            <a:ext cx="10367564" cy="819355"/>
          </a:xfrm>
        </p:spPr>
        <p:txBody>
          <a:bodyPr anchor="b">
            <a:normAutofit/>
          </a:bodyPr>
          <a:lstStyle>
            <a:lvl1pPr>
              <a:defRPr sz="1163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10" y="621329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1330"/>
            </a:lvl1pPr>
            <a:lvl2pPr marL="190017" indent="0">
              <a:buNone/>
              <a:defRPr sz="1163"/>
            </a:lvl2pPr>
            <a:lvl3pPr marL="380032" indent="0">
              <a:buNone/>
              <a:defRPr sz="998"/>
            </a:lvl3pPr>
            <a:lvl4pPr marL="570049" indent="0">
              <a:buNone/>
              <a:defRPr sz="831"/>
            </a:lvl4pPr>
            <a:lvl5pPr marL="760065" indent="0">
              <a:buNone/>
              <a:defRPr sz="831"/>
            </a:lvl5pPr>
            <a:lvl6pPr marL="950081" indent="0">
              <a:buNone/>
              <a:defRPr sz="831"/>
            </a:lvl6pPr>
            <a:lvl7pPr marL="1140097" indent="0">
              <a:buNone/>
              <a:defRPr sz="831"/>
            </a:lvl7pPr>
            <a:lvl8pPr marL="1330114" indent="0">
              <a:buNone/>
              <a:defRPr sz="831"/>
            </a:lvl8pPr>
            <a:lvl9pPr marL="1520129" indent="0">
              <a:buNone/>
              <a:defRPr sz="831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4" y="5108729"/>
            <a:ext cx="10365999" cy="682472"/>
          </a:xfrm>
        </p:spPr>
        <p:txBody>
          <a:bodyPr>
            <a:normAutofit/>
          </a:bodyPr>
          <a:lstStyle>
            <a:lvl1pPr marL="0" indent="0" algn="ctr">
              <a:buNone/>
              <a:defRPr sz="748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26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9" y="609607"/>
            <a:ext cx="10353764" cy="3424859"/>
          </a:xfrm>
        </p:spPr>
        <p:txBody>
          <a:bodyPr anchor="ctr"/>
          <a:lstStyle>
            <a:lvl1pPr>
              <a:defRPr sz="133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1" y="4204828"/>
            <a:ext cx="10353760" cy="1592186"/>
          </a:xfrm>
        </p:spPr>
        <p:txBody>
          <a:bodyPr anchor="ctr"/>
          <a:lstStyle>
            <a:lvl1pPr marL="0" indent="0" algn="ctr">
              <a:buNone/>
              <a:defRPr sz="665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97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609603"/>
            <a:ext cx="9302752" cy="2992904"/>
          </a:xfrm>
        </p:spPr>
        <p:txBody>
          <a:bodyPr anchor="ctr"/>
          <a:lstStyle>
            <a:lvl1pPr>
              <a:defRPr sz="133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9" y="3610037"/>
            <a:ext cx="8752299" cy="426811"/>
          </a:xfrm>
        </p:spPr>
        <p:txBody>
          <a:bodyPr anchor="t">
            <a:normAutofit/>
          </a:bodyPr>
          <a:lstStyle>
            <a:lvl1pPr marL="0" indent="0" algn="r">
              <a:buNone/>
              <a:defRPr sz="582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6" y="4204825"/>
            <a:ext cx="10353764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65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14" y="735244"/>
            <a:ext cx="609602" cy="584775"/>
          </a:xfrm>
          <a:prstGeom prst="rect">
            <a:avLst/>
          </a:prstGeom>
        </p:spPr>
        <p:txBody>
          <a:bodyPr vert="horz" lIns="38003" tIns="19002" rIns="38003" bIns="1900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defTabSz="190025"/>
            <a:r>
              <a:rPr lang="en-US" sz="3324" dirty="0">
                <a:solidFill>
                  <a:prstClr val="white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9" y="2972097"/>
            <a:ext cx="609602" cy="584775"/>
          </a:xfrm>
          <a:prstGeom prst="rect">
            <a:avLst/>
          </a:prstGeom>
        </p:spPr>
        <p:txBody>
          <a:bodyPr vert="horz" lIns="38003" tIns="19002" rIns="38003" bIns="1900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190025"/>
            <a:r>
              <a:rPr lang="en-US" sz="3324" dirty="0">
                <a:solidFill>
                  <a:prstClr val="white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362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11" y="2126953"/>
            <a:ext cx="10355327" cy="2511837"/>
          </a:xfrm>
        </p:spPr>
        <p:txBody>
          <a:bodyPr anchor="b"/>
          <a:lstStyle>
            <a:lvl1pPr>
              <a:defRPr sz="133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9" y="4650558"/>
            <a:ext cx="10353764" cy="1140645"/>
          </a:xfrm>
        </p:spPr>
        <p:txBody>
          <a:bodyPr anchor="t"/>
          <a:lstStyle>
            <a:lvl1pPr marL="0" indent="0" algn="ctr">
              <a:buNone/>
              <a:defRPr sz="665"/>
            </a:lvl1pPr>
            <a:lvl2pPr marL="190017" indent="0">
              <a:buNone/>
              <a:defRPr sz="582"/>
            </a:lvl2pPr>
            <a:lvl3pPr marL="380032" indent="0">
              <a:buNone/>
              <a:defRPr sz="498"/>
            </a:lvl3pPr>
            <a:lvl4pPr marL="570049" indent="0">
              <a:buNone/>
              <a:defRPr sz="416"/>
            </a:lvl4pPr>
            <a:lvl5pPr marL="760065" indent="0">
              <a:buNone/>
              <a:defRPr sz="416"/>
            </a:lvl5pPr>
            <a:lvl6pPr marL="950081" indent="0">
              <a:buNone/>
              <a:defRPr sz="416"/>
            </a:lvl6pPr>
            <a:lvl7pPr marL="1140097" indent="0">
              <a:buNone/>
              <a:defRPr sz="416"/>
            </a:lvl7pPr>
            <a:lvl8pPr marL="1330114" indent="0">
              <a:buNone/>
              <a:defRPr sz="416"/>
            </a:lvl8pPr>
            <a:lvl9pPr marL="1520129" indent="0">
              <a:buNone/>
              <a:defRPr sz="41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873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6" y="609606"/>
            <a:ext cx="10353764" cy="1325564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8" y="2088328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98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8" y="2911629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83" y="2088323"/>
            <a:ext cx="329855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98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90" y="2911629"/>
            <a:ext cx="3299822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12" y="2088323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98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61" y="2911629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113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9" y="609606"/>
            <a:ext cx="10353764" cy="1325564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804" y="4195901"/>
            <a:ext cx="329895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831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5" y="2298989"/>
            <a:ext cx="2940052" cy="1523999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665"/>
            </a:lvl1pPr>
            <a:lvl2pPr marL="190017" indent="0">
              <a:buNone/>
              <a:defRPr sz="665"/>
            </a:lvl2pPr>
            <a:lvl3pPr marL="380032" indent="0">
              <a:buNone/>
              <a:defRPr sz="665"/>
            </a:lvl3pPr>
            <a:lvl4pPr marL="570049" indent="0">
              <a:buNone/>
              <a:defRPr sz="665"/>
            </a:lvl4pPr>
            <a:lvl5pPr marL="760065" indent="0">
              <a:buNone/>
              <a:defRPr sz="665"/>
            </a:lvl5pPr>
            <a:lvl6pPr marL="950081" indent="0">
              <a:buNone/>
              <a:defRPr sz="665"/>
            </a:lvl6pPr>
            <a:lvl7pPr marL="1140097" indent="0">
              <a:buNone/>
              <a:defRPr sz="665"/>
            </a:lvl7pPr>
            <a:lvl8pPr marL="1330114" indent="0">
              <a:buNone/>
              <a:defRPr sz="665"/>
            </a:lvl8pPr>
            <a:lvl9pPr marL="1520129" indent="0">
              <a:buNone/>
              <a:defRPr sz="66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804" y="4772166"/>
            <a:ext cx="329895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6" y="4195901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831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9000" y="2298989"/>
            <a:ext cx="2930525" cy="1523999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665"/>
            </a:lvl1pPr>
            <a:lvl2pPr marL="190017" indent="0">
              <a:buNone/>
              <a:defRPr sz="665"/>
            </a:lvl2pPr>
            <a:lvl3pPr marL="380032" indent="0">
              <a:buNone/>
              <a:defRPr sz="665"/>
            </a:lvl3pPr>
            <a:lvl4pPr marL="570049" indent="0">
              <a:buNone/>
              <a:defRPr sz="665"/>
            </a:lvl4pPr>
            <a:lvl5pPr marL="760065" indent="0">
              <a:buNone/>
              <a:defRPr sz="665"/>
            </a:lvl5pPr>
            <a:lvl6pPr marL="950081" indent="0">
              <a:buNone/>
              <a:defRPr sz="665"/>
            </a:lvl6pPr>
            <a:lvl7pPr marL="1140097" indent="0">
              <a:buNone/>
              <a:defRPr sz="665"/>
            </a:lvl7pPr>
            <a:lvl8pPr marL="1330114" indent="0">
              <a:buNone/>
              <a:defRPr sz="665"/>
            </a:lvl8pPr>
            <a:lvl9pPr marL="1520129" indent="0">
              <a:buNone/>
              <a:defRPr sz="66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9" y="4772166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5" y="4195901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831" b="0">
                <a:solidFill>
                  <a:schemeClr val="tx1"/>
                </a:solidFill>
              </a:defRPr>
            </a:lvl1pPr>
            <a:lvl2pPr marL="190017" indent="0">
              <a:buNone/>
              <a:defRPr sz="831" b="1"/>
            </a:lvl2pPr>
            <a:lvl3pPr marL="380032" indent="0">
              <a:buNone/>
              <a:defRPr sz="748" b="1"/>
            </a:lvl3pPr>
            <a:lvl4pPr marL="570049" indent="0">
              <a:buNone/>
              <a:defRPr sz="665" b="1"/>
            </a:lvl4pPr>
            <a:lvl5pPr marL="760065" indent="0">
              <a:buNone/>
              <a:defRPr sz="665" b="1"/>
            </a:lvl5pPr>
            <a:lvl6pPr marL="950081" indent="0">
              <a:buNone/>
              <a:defRPr sz="665" b="1"/>
            </a:lvl6pPr>
            <a:lvl7pPr marL="1140097" indent="0">
              <a:buNone/>
              <a:defRPr sz="665" b="1"/>
            </a:lvl7pPr>
            <a:lvl8pPr marL="1330114" indent="0">
              <a:buNone/>
              <a:defRPr sz="665" b="1"/>
            </a:lvl8pPr>
            <a:lvl9pPr marL="1520129" indent="0">
              <a:buNone/>
              <a:defRPr sz="665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8" y="2298989"/>
            <a:ext cx="2932113" cy="1523999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665"/>
            </a:lvl1pPr>
            <a:lvl2pPr marL="190017" indent="0">
              <a:buNone/>
              <a:defRPr sz="665"/>
            </a:lvl2pPr>
            <a:lvl3pPr marL="380032" indent="0">
              <a:buNone/>
              <a:defRPr sz="665"/>
            </a:lvl3pPr>
            <a:lvl4pPr marL="570049" indent="0">
              <a:buNone/>
              <a:defRPr sz="665"/>
            </a:lvl4pPr>
            <a:lvl5pPr marL="760065" indent="0">
              <a:buNone/>
              <a:defRPr sz="665"/>
            </a:lvl5pPr>
            <a:lvl6pPr marL="950081" indent="0">
              <a:buNone/>
              <a:defRPr sz="665"/>
            </a:lvl6pPr>
            <a:lvl7pPr marL="1140097" indent="0">
              <a:buNone/>
              <a:defRPr sz="665"/>
            </a:lvl7pPr>
            <a:lvl8pPr marL="1330114" indent="0">
              <a:buNone/>
              <a:defRPr sz="665"/>
            </a:lvl8pPr>
            <a:lvl9pPr marL="1520129" indent="0">
              <a:buNone/>
              <a:defRPr sz="66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311" y="4772167"/>
            <a:ext cx="3294259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582"/>
            </a:lvl1pPr>
            <a:lvl2pPr marL="190017" indent="0">
              <a:buNone/>
              <a:defRPr sz="498"/>
            </a:lvl2pPr>
            <a:lvl3pPr marL="380032" indent="0">
              <a:buNone/>
              <a:defRPr sz="416"/>
            </a:lvl3pPr>
            <a:lvl4pPr marL="570049" indent="0">
              <a:buNone/>
              <a:defRPr sz="374"/>
            </a:lvl4pPr>
            <a:lvl5pPr marL="760065" indent="0">
              <a:buNone/>
              <a:defRPr sz="374"/>
            </a:lvl5pPr>
            <a:lvl6pPr marL="950081" indent="0">
              <a:buNone/>
              <a:defRPr sz="374"/>
            </a:lvl6pPr>
            <a:lvl7pPr marL="1140097" indent="0">
              <a:buNone/>
              <a:defRPr sz="374"/>
            </a:lvl7pPr>
            <a:lvl8pPr marL="1330114" indent="0">
              <a:buNone/>
              <a:defRPr sz="374"/>
            </a:lvl8pPr>
            <a:lvl9pPr marL="1520129" indent="0">
              <a:buNone/>
              <a:defRPr sz="37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848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227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609606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808" y="609606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53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801" y="609610"/>
            <a:ext cx="10353760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9" y="2096065"/>
            <a:ext cx="10353764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90025"/>
            <a:fld id="{48A87A34-81AB-432B-8DAE-1953F412C126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190025"/>
              <a:t>7/3/2025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9" y="5883282"/>
            <a:ext cx="66728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90025"/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8" y="5883282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90025"/>
            <a:fld id="{6D22F896-40B5-4ADD-8801-0D06FADFA095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190025"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047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ctr" defTabSz="380032" rtl="0" eaLnBrk="1" latinLnBrk="1" hangingPunct="1">
        <a:lnSpc>
          <a:spcPct val="90000"/>
        </a:lnSpc>
        <a:spcBef>
          <a:spcPct val="0"/>
        </a:spcBef>
        <a:buNone/>
        <a:defRPr sz="1413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95008" indent="-95008" algn="l" defTabSz="380032" rtl="0" eaLnBrk="1" latinLnBrk="1" hangingPunct="1">
        <a:lnSpc>
          <a:spcPct val="120000"/>
        </a:lnSpc>
        <a:spcBef>
          <a:spcPts val="416"/>
        </a:spcBef>
        <a:buFont typeface="Arial" panose="020B0604020202020204" pitchFamily="34" charset="0"/>
        <a:buChar char="•"/>
        <a:defRPr sz="831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285024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74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475041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665057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582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855073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4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045090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4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1235105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4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1425122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4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1615137" indent="-95008" algn="l" defTabSz="380032" rtl="0" eaLnBrk="1" latinLnBrk="1" hangingPunct="1">
        <a:lnSpc>
          <a:spcPct val="120000"/>
        </a:lnSpc>
        <a:spcBef>
          <a:spcPts val="208"/>
        </a:spcBef>
        <a:buFont typeface="Arial" panose="020B0604020202020204" pitchFamily="34" charset="0"/>
        <a:buChar char="•"/>
        <a:defRPr sz="498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1pPr>
      <a:lvl2pPr marL="190017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2pPr>
      <a:lvl3pPr marL="380032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3pPr>
      <a:lvl4pPr marL="570049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4pPr>
      <a:lvl5pPr marL="760065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5pPr>
      <a:lvl6pPr marL="950081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6pPr>
      <a:lvl7pPr marL="1140097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7pPr>
      <a:lvl8pPr marL="1330114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8pPr>
      <a:lvl9pPr marL="1520129" algn="l" defTabSz="380032" rtl="0" eaLnBrk="1" latinLnBrk="1" hangingPunct="1">
        <a:defRPr sz="7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18000"/>
                <a:satMod val="160000"/>
                <a:lumMod val="28000"/>
              </a:schemeClr>
              <a:schemeClr val="bg1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0" y="2366682"/>
            <a:ext cx="12192000" cy="4204447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0" cap="none" dirty="0" smtClean="0">
              <a:solidFill>
                <a:srgbClr val="8E8EFD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altLang="ko-KR" sz="3000" b="0" i="1" u="sng" cap="none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Disclaimer</a:t>
            </a:r>
            <a:endParaRPr lang="en-US" altLang="ko-KR" sz="3000" b="0" i="1" u="sng" cap="none" dirty="0" smtClean="0">
              <a:solidFill>
                <a:srgbClr val="D47A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altLang="ko-KR" sz="2000" b="0" cap="none" dirty="0" smtClean="0">
              <a:solidFill>
                <a:srgbClr val="8E8EFD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본 문서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는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공부 차원에서 정보 보안 연구 목적으로 </a:t>
            </a:r>
            <a:r>
              <a:rPr lang="ko-KR" altLang="en-US" sz="2000" b="0" cap="none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작성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된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것 입니다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따라서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허가 받지 않은 프로그램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웹 사이트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서버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상에서 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</a:t>
            </a:r>
            <a:r>
              <a:rPr lang="en-US" altLang="ko-KR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테스트를 </a:t>
            </a:r>
            <a:r>
              <a:rPr lang="ko-KR" altLang="en-US" sz="2000" b="0" cap="none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절대 금지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합니다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en-US" altLang="ko-KR" sz="2000" b="0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본 문서에 기술된 내용의 무분별하게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이용하여 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상업적</a:t>
            </a:r>
            <a:r>
              <a:rPr lang="en-US" altLang="ko-KR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악의적인 행위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정당하지 않은 접근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권한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정보통신망을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침해하는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행위를 할 경우 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관련 법률에 따라 처벌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받을 수 있습니다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 algn="l"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이에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발생할 수 있는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모든 법적 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책임은 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해당 문서 작성자가 아닌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열람한 </a:t>
            </a:r>
            <a:r>
              <a:rPr lang="ko-KR" altLang="en-US" sz="2000" b="0" cap="none" dirty="0" smtClean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사용자 </a:t>
            </a:r>
            <a:r>
              <a:rPr lang="ko-KR" altLang="en-US" sz="2000" b="0" cap="none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자신</a:t>
            </a:r>
            <a:r>
              <a:rPr lang="ko-KR" altLang="en-US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에게 있습니다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ko-KR" sz="2000" b="0" cap="none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0" cap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위 사항들은 해당 문서를 열람하였을 때 동의하였음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을 의미합니다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0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국가법령정보센터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2000" b="0" cap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◎</a:t>
            </a:r>
            <a:r>
              <a:rPr lang="ko-KR" altLang="en-US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000" b="0" cap="none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http://www.law.go.kr/</a:t>
            </a:r>
            <a:endParaRPr lang="en-US" altLang="ko-KR" sz="2000" b="0" cap="none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382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0" y="6092982"/>
            <a:ext cx="12192000" cy="765017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Site: </a:t>
            </a:r>
            <a:r>
              <a:rPr lang="en-US" altLang="ko-KR" sz="2000" b="0" cap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https://aapsemiordoenus.github.io</a:t>
            </a:r>
            <a:r>
              <a:rPr lang="en-US" altLang="ko-KR" sz="2000" b="0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 Author: aapsemiordoenus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0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0" y="3069124"/>
            <a:ext cx="12192000" cy="76954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제목</a:t>
            </a:r>
            <a:endParaRPr lang="en-US" altLang="ko-KR" sz="4000" b="0" cap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4599160" y="3470479"/>
            <a:ext cx="4659857" cy="736379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01. </a:t>
            </a:r>
            <a:r>
              <a:rPr lang="ko-KR" altLang="en-US" sz="2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부제목</a:t>
            </a:r>
            <a:endParaRPr lang="en-US" altLang="ko-KR" sz="2000" b="0" cap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823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biLevel thresh="25000"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1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US" altLang="ko-KR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ko-KR" b="1" dirty="0" smtClean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01. </a:t>
            </a:r>
            <a:r>
              <a:rPr lang="ko-KR" altLang="en-US" b="1" dirty="0" smtClean="0">
                <a:solidFill>
                  <a:schemeClr val="bg1"/>
                </a:solidFill>
              </a:rPr>
              <a:t>부제목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1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 txBox="1">
            <a:spLocks/>
          </p:cNvSpPr>
          <p:nvPr/>
        </p:nvSpPr>
        <p:spPr>
          <a:xfrm>
            <a:off x="0" y="3069124"/>
            <a:ext cx="12192000" cy="76954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제목</a:t>
            </a:r>
            <a:endParaRPr lang="en-US" altLang="ko-KR" sz="4000" b="0" cap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4599160" y="3470479"/>
            <a:ext cx="4659857" cy="736379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01. </a:t>
            </a:r>
            <a:r>
              <a:rPr lang="ko-KR" altLang="en-US" sz="2000" b="0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부제목</a:t>
            </a:r>
            <a:endParaRPr lang="en-US" altLang="ko-KR" sz="2000" b="0" cap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9640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1937703" y="836675"/>
            <a:ext cx="8316595" cy="433070"/>
          </a:xfrm>
          <a:custGeom>
            <a:avLst/>
            <a:gdLst/>
            <a:ahLst/>
            <a:cxnLst/>
            <a:rect l="l" t="t" r="r" b="b"/>
            <a:pathLst>
              <a:path w="8316595" h="433069">
                <a:moveTo>
                  <a:pt x="0" y="0"/>
                </a:moveTo>
                <a:lnTo>
                  <a:pt x="7890002" y="0"/>
                </a:lnTo>
                <a:lnTo>
                  <a:pt x="7936457" y="2539"/>
                </a:lnTo>
                <a:lnTo>
                  <a:pt x="7981467" y="9983"/>
                </a:lnTo>
                <a:lnTo>
                  <a:pt x="8024770" y="22067"/>
                </a:lnTo>
                <a:lnTo>
                  <a:pt x="8066106" y="38526"/>
                </a:lnTo>
                <a:lnTo>
                  <a:pt x="8105215" y="59097"/>
                </a:lnTo>
                <a:lnTo>
                  <a:pt x="8141835" y="83515"/>
                </a:lnTo>
                <a:lnTo>
                  <a:pt x="8175707" y="111516"/>
                </a:lnTo>
                <a:lnTo>
                  <a:pt x="8206570" y="142836"/>
                </a:lnTo>
                <a:lnTo>
                  <a:pt x="8234163" y="177210"/>
                </a:lnTo>
                <a:lnTo>
                  <a:pt x="8258226" y="214375"/>
                </a:lnTo>
                <a:lnTo>
                  <a:pt x="8278498" y="254067"/>
                </a:lnTo>
                <a:lnTo>
                  <a:pt x="8294719" y="296021"/>
                </a:lnTo>
                <a:lnTo>
                  <a:pt x="8306628" y="339973"/>
                </a:lnTo>
                <a:lnTo>
                  <a:pt x="8313964" y="385660"/>
                </a:lnTo>
                <a:lnTo>
                  <a:pt x="8316467" y="432815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C00000"/>
              </a:solidFill>
            </a:endParaRPr>
          </a:p>
        </p:txBody>
      </p:sp>
      <p:sp>
        <p:nvSpPr>
          <p:cNvPr id="9" name="object 3"/>
          <p:cNvSpPr/>
          <p:nvPr/>
        </p:nvSpPr>
        <p:spPr>
          <a:xfrm>
            <a:off x="1937703" y="5974969"/>
            <a:ext cx="8328660" cy="435952"/>
          </a:xfrm>
          <a:custGeom>
            <a:avLst/>
            <a:gdLst/>
            <a:ahLst/>
            <a:cxnLst/>
            <a:rect l="l" t="t" r="r" b="b"/>
            <a:pathLst>
              <a:path w="8316595" h="431800">
                <a:moveTo>
                  <a:pt x="8316467" y="431292"/>
                </a:moveTo>
                <a:lnTo>
                  <a:pt x="426465" y="431292"/>
                </a:lnTo>
                <a:lnTo>
                  <a:pt x="380010" y="428761"/>
                </a:lnTo>
                <a:lnTo>
                  <a:pt x="335000" y="421344"/>
                </a:lnTo>
                <a:lnTo>
                  <a:pt x="291697" y="409304"/>
                </a:lnTo>
                <a:lnTo>
                  <a:pt x="250361" y="392905"/>
                </a:lnTo>
                <a:lnTo>
                  <a:pt x="211252" y="372409"/>
                </a:lnTo>
                <a:lnTo>
                  <a:pt x="174632" y="348079"/>
                </a:lnTo>
                <a:lnTo>
                  <a:pt x="140760" y="320178"/>
                </a:lnTo>
                <a:lnTo>
                  <a:pt x="109897" y="288970"/>
                </a:lnTo>
                <a:lnTo>
                  <a:pt x="82304" y="254717"/>
                </a:lnTo>
                <a:lnTo>
                  <a:pt x="58241" y="217683"/>
                </a:lnTo>
                <a:lnTo>
                  <a:pt x="37969" y="178131"/>
                </a:lnTo>
                <a:lnTo>
                  <a:pt x="21748" y="136323"/>
                </a:lnTo>
                <a:lnTo>
                  <a:pt x="9839" y="92523"/>
                </a:lnTo>
                <a:lnTo>
                  <a:pt x="2503" y="46994"/>
                </a:lnTo>
                <a:lnTo>
                  <a:pt x="0" y="0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C00000"/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991866" y="369332"/>
            <a:ext cx="10200133" cy="467343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01. </a:t>
            </a:r>
            <a:r>
              <a:rPr lang="ko-KR" altLang="en-US" sz="3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부제목</a:t>
            </a:r>
            <a:endParaRPr lang="en-US" altLang="ko-KR" sz="3200" b="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453160B-83FF-4A99-A293-A51DE8F6AADC}"/>
              </a:ext>
            </a:extLst>
          </p:cNvPr>
          <p:cNvSpPr txBox="1"/>
          <p:nvPr/>
        </p:nvSpPr>
        <p:spPr>
          <a:xfrm>
            <a:off x="1991867" y="836675"/>
            <a:ext cx="1020013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A5A5A5">
                  <a:lumMod val="50000"/>
                </a:srgbClr>
              </a:buClr>
              <a:buFont typeface="Wingdings" panose="05000000000000000000" pitchFamily="2" charset="2"/>
              <a:buChar char="v"/>
            </a:pPr>
            <a:endParaRPr lang="en-US" altLang="ko-KR" b="1" dirty="0" smtClean="0">
              <a:solidFill>
                <a:srgbClr val="00FF00"/>
              </a:solidFill>
              <a:latin typeface="아이럽우유" panose="02020603020101020101" pitchFamily="18" charset="-127"/>
              <a:ea typeface="아이럽우유" panose="02020603020101020101" pitchFamily="18" charset="-127"/>
            </a:endParaRPr>
          </a:p>
          <a:p>
            <a:pPr marL="342900" indent="-342900">
              <a:buClr>
                <a:srgbClr val="A5A5A5">
                  <a:lumMod val="50000"/>
                </a:srgbClr>
              </a:buClr>
              <a:buFont typeface="Wingdings" panose="05000000000000000000" pitchFamily="2" charset="2"/>
              <a:buChar char="v"/>
            </a:pPr>
            <a:r>
              <a:rPr lang="ko-KR" altLang="en-US" b="1" dirty="0" smtClean="0">
                <a:gradFill>
                  <a:gsLst>
                    <a:gs pos="72000">
                      <a:srgbClr val="00FF35"/>
                    </a:gs>
                    <a:gs pos="61000">
                      <a:srgbClr val="00FF99"/>
                    </a:gs>
                    <a:gs pos="83000">
                      <a:prstClr val="white"/>
                    </a:gs>
                    <a:gs pos="0">
                      <a:srgbClr val="D47A57">
                        <a:lumMod val="50000"/>
                      </a:srgbClr>
                    </a:gs>
                  </a:gsLst>
                  <a:lin ang="5400000" scaled="1"/>
                </a:gradFill>
                <a:latin typeface="아이럽우유" panose="02020603020101020101" pitchFamily="18" charset="-127"/>
                <a:ea typeface="아이럽우유" panose="02020603020101020101" pitchFamily="18" charset="-127"/>
              </a:rPr>
              <a:t>토픽</a:t>
            </a:r>
            <a:endParaRPr lang="en-US" altLang="ko-KR" b="1" dirty="0" smtClean="0">
              <a:gradFill>
                <a:gsLst>
                  <a:gs pos="72000">
                    <a:srgbClr val="00FF35"/>
                  </a:gs>
                  <a:gs pos="61000">
                    <a:srgbClr val="00FF99"/>
                  </a:gs>
                  <a:gs pos="83000">
                    <a:prstClr val="white"/>
                  </a:gs>
                  <a:gs pos="0">
                    <a:srgbClr val="D47A57">
                      <a:lumMod val="50000"/>
                    </a:srgbClr>
                  </a:gs>
                </a:gsLst>
                <a:lin ang="5400000" scaled="1"/>
              </a:gradFill>
              <a:latin typeface="아이럽우유" panose="02020603020101020101" pitchFamily="18" charset="-127"/>
              <a:ea typeface="아이럽우유" panose="02020603020101020101" pitchFamily="18" charset="-127"/>
            </a:endParaRPr>
          </a:p>
          <a:p>
            <a:pPr lvl="1">
              <a:buClr>
                <a:srgbClr val="A5B960"/>
              </a:buClr>
            </a:pPr>
            <a:endParaRPr lang="en-US" altLang="ko-KR" dirty="0" smtClean="0">
              <a:solidFill>
                <a:srgbClr val="7CBCE0">
                  <a:lumMod val="20000"/>
                  <a:lumOff val="80000"/>
                </a:srgbClr>
              </a:solidFill>
              <a:latin typeface="아이럽우유" panose="02020603020101020101" pitchFamily="18" charset="-127"/>
              <a:ea typeface="아이럽우유" panose="02020603020101020101" pitchFamily="18" charset="-127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ko-KR" altLang="en-US" dirty="0" smtClean="0">
                <a:solidFill>
                  <a:srgbClr val="8E8EFD">
                    <a:lumMod val="20000"/>
                    <a:lumOff val="80000"/>
                  </a:srgbClr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  <a:t>내용</a:t>
            </a:r>
            <a:r>
              <a:rPr lang="en-US" altLang="ko-KR" dirty="0" smtClean="0">
                <a:solidFill>
                  <a:srgbClr val="8E8EFD">
                    <a:lumMod val="20000"/>
                    <a:lumOff val="80000"/>
                  </a:srgbClr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  <a:t/>
            </a:r>
            <a:br>
              <a:rPr lang="en-US" altLang="ko-KR" dirty="0" smtClean="0">
                <a:solidFill>
                  <a:srgbClr val="8E8EFD">
                    <a:lumMod val="20000"/>
                    <a:lumOff val="80000"/>
                  </a:srgbClr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</a:br>
            <a:r>
              <a:rPr lang="en-US" altLang="ko-KR" dirty="0" smtClean="0">
                <a:solidFill>
                  <a:srgbClr val="8E8EFD">
                    <a:lumMod val="20000"/>
                    <a:lumOff val="80000"/>
                  </a:srgbClr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  <a:t>    </a:t>
            </a:r>
            <a:r>
              <a:rPr lang="ko-KR" altLang="en-US" dirty="0" smtClean="0">
                <a:solidFill>
                  <a:srgbClr val="FF0000"/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  <a:t>→</a:t>
            </a:r>
            <a:r>
              <a:rPr lang="ko-KR" altLang="en-US" dirty="0" smtClean="0">
                <a:solidFill>
                  <a:srgbClr val="8E8EFD">
                    <a:lumMod val="20000"/>
                    <a:lumOff val="80000"/>
                  </a:srgbClr>
                </a:solidFill>
                <a:latin typeface="아이럽우유" panose="02020603020101020101" pitchFamily="18" charset="-127"/>
                <a:ea typeface="아이럽우유" panose="02020603020101020101" pitchFamily="18" charset="-127"/>
              </a:rPr>
              <a:t> 부내용</a:t>
            </a:r>
            <a:endParaRPr lang="en-US" altLang="ko-KR" dirty="0">
              <a:solidFill>
                <a:srgbClr val="8E8EFD">
                  <a:lumMod val="20000"/>
                  <a:lumOff val="80000"/>
                </a:srgbClr>
              </a:solidFill>
              <a:latin typeface="아이럽우유" panose="02020603020101020101" pitchFamily="18" charset="-127"/>
              <a:ea typeface="아이럽우유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823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1937703" y="836675"/>
            <a:ext cx="8316595" cy="433070"/>
          </a:xfrm>
          <a:custGeom>
            <a:avLst/>
            <a:gdLst/>
            <a:ahLst/>
            <a:cxnLst/>
            <a:rect l="l" t="t" r="r" b="b"/>
            <a:pathLst>
              <a:path w="8316595" h="433069">
                <a:moveTo>
                  <a:pt x="0" y="0"/>
                </a:moveTo>
                <a:lnTo>
                  <a:pt x="7890002" y="0"/>
                </a:lnTo>
                <a:lnTo>
                  <a:pt x="7936457" y="2539"/>
                </a:lnTo>
                <a:lnTo>
                  <a:pt x="7981467" y="9983"/>
                </a:lnTo>
                <a:lnTo>
                  <a:pt x="8024770" y="22067"/>
                </a:lnTo>
                <a:lnTo>
                  <a:pt x="8066106" y="38526"/>
                </a:lnTo>
                <a:lnTo>
                  <a:pt x="8105215" y="59097"/>
                </a:lnTo>
                <a:lnTo>
                  <a:pt x="8141835" y="83515"/>
                </a:lnTo>
                <a:lnTo>
                  <a:pt x="8175707" y="111516"/>
                </a:lnTo>
                <a:lnTo>
                  <a:pt x="8206570" y="142836"/>
                </a:lnTo>
                <a:lnTo>
                  <a:pt x="8234163" y="177210"/>
                </a:lnTo>
                <a:lnTo>
                  <a:pt x="8258226" y="214375"/>
                </a:lnTo>
                <a:lnTo>
                  <a:pt x="8278498" y="254067"/>
                </a:lnTo>
                <a:lnTo>
                  <a:pt x="8294719" y="296021"/>
                </a:lnTo>
                <a:lnTo>
                  <a:pt x="8306628" y="339973"/>
                </a:lnTo>
                <a:lnTo>
                  <a:pt x="8313964" y="385660"/>
                </a:lnTo>
                <a:lnTo>
                  <a:pt x="8316467" y="432815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C00000"/>
              </a:solidFill>
            </a:endParaRPr>
          </a:p>
        </p:txBody>
      </p:sp>
      <p:sp>
        <p:nvSpPr>
          <p:cNvPr id="9" name="object 3"/>
          <p:cNvSpPr/>
          <p:nvPr/>
        </p:nvSpPr>
        <p:spPr>
          <a:xfrm>
            <a:off x="1937703" y="5974969"/>
            <a:ext cx="8328660" cy="435952"/>
          </a:xfrm>
          <a:custGeom>
            <a:avLst/>
            <a:gdLst/>
            <a:ahLst/>
            <a:cxnLst/>
            <a:rect l="l" t="t" r="r" b="b"/>
            <a:pathLst>
              <a:path w="8316595" h="431800">
                <a:moveTo>
                  <a:pt x="8316467" y="431292"/>
                </a:moveTo>
                <a:lnTo>
                  <a:pt x="426465" y="431292"/>
                </a:lnTo>
                <a:lnTo>
                  <a:pt x="380010" y="428761"/>
                </a:lnTo>
                <a:lnTo>
                  <a:pt x="335000" y="421344"/>
                </a:lnTo>
                <a:lnTo>
                  <a:pt x="291697" y="409304"/>
                </a:lnTo>
                <a:lnTo>
                  <a:pt x="250361" y="392905"/>
                </a:lnTo>
                <a:lnTo>
                  <a:pt x="211252" y="372409"/>
                </a:lnTo>
                <a:lnTo>
                  <a:pt x="174632" y="348079"/>
                </a:lnTo>
                <a:lnTo>
                  <a:pt x="140760" y="320178"/>
                </a:lnTo>
                <a:lnTo>
                  <a:pt x="109897" y="288970"/>
                </a:lnTo>
                <a:lnTo>
                  <a:pt x="82304" y="254717"/>
                </a:lnTo>
                <a:lnTo>
                  <a:pt x="58241" y="217683"/>
                </a:lnTo>
                <a:lnTo>
                  <a:pt x="37969" y="178131"/>
                </a:lnTo>
                <a:lnTo>
                  <a:pt x="21748" y="136323"/>
                </a:lnTo>
                <a:lnTo>
                  <a:pt x="9839" y="92523"/>
                </a:lnTo>
                <a:lnTo>
                  <a:pt x="2503" y="46994"/>
                </a:lnTo>
                <a:lnTo>
                  <a:pt x="0" y="0"/>
                </a:lnTo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453160B-83FF-4A99-A293-A51DE8F6AADC}"/>
              </a:ext>
            </a:extLst>
          </p:cNvPr>
          <p:cNvSpPr txBox="1"/>
          <p:nvPr/>
        </p:nvSpPr>
        <p:spPr>
          <a:xfrm>
            <a:off x="1991867" y="836675"/>
            <a:ext cx="102001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rgbClr val="A5A5A5">
                  <a:lumMod val="50000"/>
                </a:srgbClr>
              </a:buClr>
              <a:buFont typeface="Wingdings" panose="05000000000000000000" pitchFamily="2" charset="2"/>
              <a:buChar char="v"/>
            </a:pPr>
            <a:r>
              <a:rPr lang="ko-KR" altLang="en-US" b="1" dirty="0" smtClean="0">
                <a:gradFill>
                  <a:gsLst>
                    <a:gs pos="72000">
                      <a:srgbClr val="00FF35"/>
                    </a:gs>
                    <a:gs pos="61000">
                      <a:srgbClr val="00FF99"/>
                    </a:gs>
                    <a:gs pos="83000">
                      <a:prstClr val="white"/>
                    </a:gs>
                    <a:gs pos="0">
                      <a:srgbClr val="D47A57">
                        <a:lumMod val="50000"/>
                      </a:srgbClr>
                    </a:gs>
                  </a:gsLst>
                  <a:lin ang="5400000" scaled="1"/>
                </a:gradFill>
                <a:latin typeface="아이럽우유" panose="02020603020101020101" pitchFamily="18" charset="-127"/>
                <a:ea typeface="아이럽우유" panose="02020603020101020101" pitchFamily="18" charset="-127"/>
              </a:rPr>
              <a:t>토픽</a:t>
            </a:r>
            <a:endParaRPr lang="en-US" altLang="ko-KR" b="1" dirty="0">
              <a:solidFill>
                <a:srgbClr val="00FF00"/>
              </a:solidFill>
              <a:latin typeface="아이럽우유" panose="02020603020101020101" pitchFamily="18" charset="-127"/>
              <a:ea typeface="아이럽우유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53160B-83FF-4A99-A293-A51DE8F6AADC}"/>
              </a:ext>
            </a:extLst>
          </p:cNvPr>
          <p:cNvSpPr txBox="1"/>
          <p:nvPr/>
        </p:nvSpPr>
        <p:spPr>
          <a:xfrm>
            <a:off x="2237982" y="5915025"/>
            <a:ext cx="99540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285750" indent="-285750">
              <a:buClr>
                <a:srgbClr val="C00000"/>
              </a:buClr>
              <a:buFont typeface="Wingdings"/>
              <a:buChar char="Ø"/>
            </a:pPr>
            <a:r>
              <a:rPr lang="ko-KR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아이럽우유" panose="02020603020101020101" pitchFamily="18" charset="-127"/>
                <a:ea typeface="아이럽우유" panose="02020603020101020101" pitchFamily="18" charset="-127"/>
                <a:cs typeface="Estrangelo Edessa" panose="03080600000000000000" pitchFamily="66" charset="0"/>
              </a:rPr>
              <a:t>내용</a:t>
            </a:r>
            <a:endParaRPr lang="en-US" altLang="ko-KR" dirty="0" err="1">
              <a:solidFill>
                <a:schemeClr val="accent2">
                  <a:lumMod val="20000"/>
                  <a:lumOff val="80000"/>
                </a:schemeClr>
              </a:solidFill>
              <a:latin typeface="아이럽우유" panose="02020603020101020101" pitchFamily="18" charset="-127"/>
              <a:ea typeface="아이럽우유" panose="02020603020101020101" pitchFamily="18" charset="-127"/>
              <a:cs typeface="Estrangelo Edessa" panose="03080600000000000000" pitchFamily="66" charset="0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1991866" y="369332"/>
            <a:ext cx="10200133" cy="467343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 contourW="1270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01. </a:t>
            </a:r>
            <a:r>
              <a:rPr lang="ko-KR" altLang="en-US" sz="3200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부제목</a:t>
            </a:r>
            <a:endParaRPr lang="en-US" altLang="ko-KR" sz="3200" b="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857" y="1637198"/>
            <a:ext cx="9942286" cy="3970318"/>
          </a:xfrm>
          <a:prstGeom prst="rect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00FF00"/>
                </a:solidFill>
              </a:rPr>
              <a:t>이걸 테스트로 쓰자</a:t>
            </a:r>
            <a:endParaRPr lang="en-US" altLang="ko-KR" dirty="0" smtClean="0">
              <a:solidFill>
                <a:srgbClr val="00FF00"/>
              </a:solidFill>
            </a:endParaRP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endParaRPr lang="en-US" altLang="ko-KR" dirty="0" smtClean="0">
              <a:solidFill>
                <a:srgbClr val="00FF00"/>
              </a:solidFill>
            </a:endParaRP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endParaRPr lang="en-US" altLang="ko-KR" dirty="0" smtClean="0">
              <a:solidFill>
                <a:srgbClr val="00FF00"/>
              </a:solidFill>
            </a:endParaRP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endParaRPr lang="en-US" altLang="ko-KR" dirty="0" smtClean="0">
              <a:solidFill>
                <a:srgbClr val="00FF00"/>
              </a:solidFill>
            </a:endParaRP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endParaRPr lang="en-US" altLang="ko-KR" dirty="0" smtClean="0">
              <a:solidFill>
                <a:srgbClr val="00FF00"/>
              </a:solidFill>
            </a:endParaRP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r>
              <a:rPr lang="ko-KR" altLang="en-US" dirty="0">
                <a:solidFill>
                  <a:srgbClr val="00FF00"/>
                </a:solidFill>
              </a:rPr>
              <a:t>이걸 테스트로 쓰자</a:t>
            </a:r>
          </a:p>
          <a:p>
            <a:endParaRPr lang="ko-KR" alt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92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/>
          <p:cNvSpPr txBox="1">
            <a:spLocks/>
          </p:cNvSpPr>
          <p:nvPr/>
        </p:nvSpPr>
        <p:spPr>
          <a:xfrm>
            <a:off x="0" y="5486399"/>
            <a:ext cx="12192000" cy="860612"/>
          </a:xfrm>
          <a:prstGeom prst="rect">
            <a:avLst/>
          </a:prstGeom>
          <a:noFill/>
          <a:ln w="19050">
            <a:solidFill>
              <a:srgbClr val="0070C0"/>
            </a:solidFill>
            <a:prstDash val="solid"/>
          </a:ln>
          <a:scene3d>
            <a:camera prst="orthographicFront"/>
            <a:lightRig rig="threePt" dir="t"/>
          </a:scene3d>
          <a:sp3d/>
        </p:spPr>
        <p:txBody>
          <a:bodyPr vert="horz" lIns="38003" tIns="19002" rIns="38003" bIns="19002" rtlCol="0" anchor="b">
            <a:noAutofit/>
            <a:sp3d extrusionH="57150">
              <a:bevelT w="69850" h="69850" prst="divot"/>
              <a:contourClr>
                <a:srgbClr val="C00000"/>
              </a:contourClr>
            </a:sp3d>
          </a:bodyPr>
          <a:lstStyle>
            <a:lvl1pPr algn="ctr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6000" b="0" cap="none" dirty="0">
                <a:ln w="15875">
                  <a:solidFill>
                    <a:prstClr val="white"/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ko-KR" altLang="en-US" sz="6000" b="0" cap="none" dirty="0">
              <a:ln w="15875">
                <a:solidFill>
                  <a:prstClr val="white"/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148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다마스크</Template>
  <TotalTime>4186386</TotalTime>
  <Words>61</Words>
  <Application>Microsoft Office PowerPoint</Application>
  <PresentationFormat>와이드스크린</PresentationFormat>
  <Paragraphs>46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Estrangelo Edessa</vt:lpstr>
      <vt:lpstr>맑은 고딕</vt:lpstr>
      <vt:lpstr>아이럽우유</vt:lpstr>
      <vt:lpstr>Arial</vt:lpstr>
      <vt:lpstr>Bookman Old Style</vt:lpstr>
      <vt:lpstr>Rockwell</vt:lpstr>
      <vt:lpstr>Wingdings</vt:lpstr>
      <vt:lpstr>Damask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h3ll0</cp:lastModifiedBy>
  <cp:revision>4972</cp:revision>
  <dcterms:created xsi:type="dcterms:W3CDTF">2017-02-26T10:24:55Z</dcterms:created>
  <dcterms:modified xsi:type="dcterms:W3CDTF">2025-07-03T12:30:28Z</dcterms:modified>
</cp:coreProperties>
</file>